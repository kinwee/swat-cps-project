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800" b="0">
                          <a:solidFill>
                            <a:srgbClr val="333333"/>
                          </a:solidFill>
                        </a:rPr>
                        <a:t>Inconclusive (FIT101=-31
saturated AE at MSE=367)</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b="0">
                          <a:solidFill>
                            <a:srgbClr val="333333"/>
                          </a:solidFill>
                        </a:rPr>
                        <a:t>736mm gap (HMI: 1345mm,
physical: 502mm)</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800" b="0">
                          <a:solidFill>
                            <a:srgbClr val="333333"/>
                          </a:solidFill>
                        </a:rPr>
                        <a:t>0/500 (0.0%)
MSE 19× below threshold</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800" b="0">
                          <a:solidFill>
                            <a:srgbClr val="333333"/>
                          </a:solidFill>
                        </a:rPr>
                        <a:t>~30s (write race
with Phase 1)</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