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r>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r>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r>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r>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r>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r>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Code artifacts and expected metrics for the iTrust Lab demo</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Expected: &gt;95% for hybrid. Baseline: invariant-only ~67%, AE-only ~72%. Hybrid covers what neither catches alone.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Expected: &lt;3% for hybrid. 95th percentile threshold keeps AE FPR &lt;5%. 3-cycle confirmation window reduces inv false alarms.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Target: &lt;15 seconds from ALERT to verified safe state. PLC1B failover &lt;3s. Five clean invariant cycles ~5s.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