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306" r:id="rId56"/>
    <p:sldId id="307" r:id="rId57"/>
    <p:sldId id="308" r:id="rId58"/>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SWaT testbed (16 Apr 2026) — Attack confirmed, defence validated</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Attack Execution</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120 CIP writes 2014 MV101=CLOSED, P101=ON, MV201=OPEN. Physical tank drained from 609mm to 502mm (107mm drop, ~0.9mm/s). Phase 2: 106 adversarial Sim_PV cycles 2014 HMI showed LIT101=1345mm while physical tank was at ~502mm. 736mm concealment gap confirmed on-site.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Key Finding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 layer detected attack within 1 cycle by reading actuator commands (HMI_MV101.Cmd, HMI_P101.Auto) via CIP 2014 these cannot be spoofed by sensor-level Sim_PV writes. Phase 2 completely deceived the HMI, but the hybrid defence caught it anyway. This validates the core thesis: physics-based invariants provide a detection channel immune to ML evasion.</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Evidence</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104 invariant violations logged. Fusion ALERT in 3s. Recovery restored PLC1+PLC2 safe state. All evidence archived: invariant_checker.log, autoencoder.log, fusion.log, phase1.log, phase2.log, state snapshots, timeline.json. Detailed metrics on following 3 slides.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Detection Rate 2014 Live vs Expected vs Simulated</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fast and how reliably does the defence detect Phase 1?</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Invariant Detection Time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120136s. Live: 1s (cycle 1, I-2 + I-9 fired). Simulated: 1s (cycle 1). I-9 is the Phase 1 signature invariant: MV101=CLOSED + P101=ON in normal range. I-9b/I-9c also fired but excluded from primary claim (supplementary rules for PLC failover and sensor fault edge cases). 104 total violation cycles over the 120s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AE Detection Time + Rate</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time: 10201315s (window=10 must fill). Live: 10s (cycle 10). Expected rate: &gt;90%. Simulated (LIT-only AE): 94/100 = 94%. Live rate: inconclusive 2014 FIT101=-31 sensor fault produced MSE=367 (500,00000d7 above threshold), saturating the AE before Phase 2 even started. Models retrained on LIT101 only to prevent this.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Hybrid Detection Under Phase 1+2</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120136s (invariant catches, AE may be evaded). Live: 1s (invariant). AE evasion by Phase 2 not independently measurable (FIT101 fault confounded). Simulated: invariant 10/10 regardless of evasion. Phase 2 concealment gap: 736mm (HMI showed 1345mm, physical ~502mm). Core thesis confirmed: actuator-command invariants cannot be evaded by sensor-level perturbation.</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False Positive Rate 2014 Live vs Expected vs Simulated</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Does the defence trigger false alarms under normal operation?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AE False Positive Rate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
                Expected: 
                <a:t>Live: Invariant detected cycle 1 (I-2 + I-9). I-9b/I-9c also fired but excluded (supplementary rules). 104 violation cycles. AE detection time: 10s (window fills). Simulated AE detection rate (LIT-only): 94/100 (94%). AE evasion by Phase 2: inconclusive on live (FIT101=-31 saturated AE).</a:t>
                lt;5% (95th percentile threshold). Simulated (LIT-only): 0/500 windows = 0.0% FPR. AE mean MSE=0.000039, threshold=0.000738 2014 1900d7 safety margin. Live: inconclusive. The plant started with FIT101=-31, which is a genuine out-of-distribution input. The AE correctly flagged it as anomalous 2014 this was a true positive on the sensor fault, not a false positive.
              </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Invariant False Positive Rate</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Expected: ~0% (deterministic physics rules). Simulated: 0/10 = 0.0%. Live: inconclusive 2014 plant started with MV101=CLOSED + P101=ON (attack-equivalent state from previous session). Invariants correctly identified the unsafe configuration. This is not a false alarm 2014 it is a true positive on a genuinely dangerous plant state. Clean baseline required for valid FPR measurement.</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Interpretation</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The inability to measure live FPR does not weaken the result. The simulated 0% FPR on 29,153 samples of real SWaT normal-operation data (8.1 hours) is strong evidence. The live run inadvertently demonstrated that the invariant layer correctly detects unsafe plant states regardless of whether they were caused by an active attacker or residual misconfiguration 2014 both are legitimate safety concerns in a real water treatment plant.</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Time 2014 Live vs Expected vs Simulated</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quickly does the system recover after detecting an attack?</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Fusion ALERT Timing</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
                Expected: 
                <a:t>Live: Invariant detected cycle 1 (I-2 + I-9). I-9b/I-9c also fired but excluded (supplementary rules). 104 violation cycles. AE detection time: 10s (window fills). Simulated AE detection rate (LIT-only): 94/100 (94%). AE evasion by Phase 2: inconclusive on live (FIT101=-31 saturated AE).</a:t>
                lt;3s (3 consecutive cycles at 1s intervals). Live: exactly 3s (16:33:08 first violation 2192 16:33:11 ALERT). Simulated: 3 cycles. Exact match with design specification. Recovery agent launched automatically by fusion.py when score 2265 1.5 sustained for 3 cycles.
              </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Writes + Plant Stabilisation</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
                Safe state CIP writes completed in 
                <a:t>Live FPR: Inconclusive — plant started in attack-equivalent state (MV101=CLOSED, FIT101=-31). Invariants correctly identified unsafe config (true positive). Phase 2 concealment: 736mm gap (HMI 1345mm vs physical 502mm). Simulated: 0/500 AE false alarms (0.0%), MSE 19x below threshold.</a:t>
                lt;5s: MV101=OPEN, P101=OFF (PLC1), MV201=CLOSED (PLC2), Sim tags disabled. Post-recovery plant state: LIT101=502mm, Sim=False. Simulated: full 5-step recovery in 
                <a:t>Live FPR: Inconclusive — plant started in attack-equivalent state (MV101=CLOSED, FIT101=-31). Invariants correctly identified unsafe config (true positive). Phase 2 concealment: 736mm gap (HMI 1345mm vs physical 502mm). Simulated: 0/500 AE false alarms (0.0%), MSE 19x below threshold.</a:t>
                lt;12s with 5/5 clean invariant cycles verified.
              </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Write Race Finding</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Total stabilisation took ~30s because recovery and Phase 1 entered a write race: recovery wrote MV101=OPEN, Phase 1 immediately re-wrote MV101=CLOSED on the next cycle. Plant only stabilised after Phase 1 timer elapsed. Key lesson: containment (Step 2: iptables block on attacker IP) MUST succeed before safe-state writes can hold. In production the attacker is on a separate host; in the demo both ran on the same HMI, so iptables could not block the re-injection.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